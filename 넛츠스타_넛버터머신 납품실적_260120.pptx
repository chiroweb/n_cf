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65" r:id="rId2"/>
    <p:sldId id="257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72" r:id="rId11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6242" autoAdjust="0"/>
  </p:normalViewPr>
  <p:slideViewPr>
    <p:cSldViewPr snapToGrid="0">
      <p:cViewPr varScale="1">
        <p:scale>
          <a:sx n="109" d="100"/>
          <a:sy n="109" d="100"/>
        </p:scale>
        <p:origin x="13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2B0A5-CCD3-4A57-969F-B0D730FB2487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2C46C-BF1D-4325-B94F-45E7849F04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58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1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A2C46C-BF1D-4325-B94F-45E7849F043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530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26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47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11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916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59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2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38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011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348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4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50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24443-40EB-41C6-B6AA-6A054F7D0B46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A7F8C-45D6-4D54-9D65-9725863D4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703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750D8-9F09-2755-76EE-F5D5A9EB4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1CF1D88B-FC23-5F31-70D2-057447569D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478" y="2829655"/>
            <a:ext cx="7267044" cy="11986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28BDC1-4F80-12DD-2DDB-A04A81D77172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 REFERENCE LIST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5BFD781-D18C-7AF8-BC8D-8B4DC69B97C8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1687186-FC44-8B8D-860A-F289FA1D782D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666C2E1-7CE3-1CF1-4CF2-1DB874D20FA7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DAA83D-09CE-3815-E4E0-8233407422E2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F549258-3582-A675-A993-37DC16027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000547"/>
              </p:ext>
            </p:extLst>
          </p:nvPr>
        </p:nvGraphicFramePr>
        <p:xfrm>
          <a:off x="349171" y="1192629"/>
          <a:ext cx="9186715" cy="4701333"/>
        </p:xfrm>
        <a:graphic>
          <a:graphicData uri="http://schemas.openxmlformats.org/drawingml/2006/table">
            <a:tbl>
              <a:tblPr/>
              <a:tblGrid>
                <a:gridCol w="753915">
                  <a:extLst>
                    <a:ext uri="{9D8B030D-6E8A-4147-A177-3AD203B41FA5}">
                      <a16:colId xmlns:a16="http://schemas.microsoft.com/office/drawing/2014/main" val="3521079269"/>
                    </a:ext>
                  </a:extLst>
                </a:gridCol>
                <a:gridCol w="1799771">
                  <a:extLst>
                    <a:ext uri="{9D8B030D-6E8A-4147-A177-3AD203B41FA5}">
                      <a16:colId xmlns:a16="http://schemas.microsoft.com/office/drawing/2014/main" val="335513684"/>
                    </a:ext>
                  </a:extLst>
                </a:gridCol>
                <a:gridCol w="1838995">
                  <a:extLst>
                    <a:ext uri="{9D8B030D-6E8A-4147-A177-3AD203B41FA5}">
                      <a16:colId xmlns:a16="http://schemas.microsoft.com/office/drawing/2014/main" val="1910159300"/>
                    </a:ext>
                  </a:extLst>
                </a:gridCol>
                <a:gridCol w="1027116">
                  <a:extLst>
                    <a:ext uri="{9D8B030D-6E8A-4147-A177-3AD203B41FA5}">
                      <a16:colId xmlns:a16="http://schemas.microsoft.com/office/drawing/2014/main" val="2274570597"/>
                    </a:ext>
                  </a:extLst>
                </a:gridCol>
                <a:gridCol w="747946">
                  <a:extLst>
                    <a:ext uri="{9D8B030D-6E8A-4147-A177-3AD203B41FA5}">
                      <a16:colId xmlns:a16="http://schemas.microsoft.com/office/drawing/2014/main" val="1441213117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226964992"/>
                    </a:ext>
                  </a:extLst>
                </a:gridCol>
                <a:gridCol w="1712686">
                  <a:extLst>
                    <a:ext uri="{9D8B030D-6E8A-4147-A177-3AD203B41FA5}">
                      <a16:colId xmlns:a16="http://schemas.microsoft.com/office/drawing/2014/main" val="104309347"/>
                    </a:ext>
                  </a:extLst>
                </a:gridCol>
              </a:tblGrid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tr-TR" sz="13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3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Customer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3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Business Type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Capacity</a:t>
                      </a:r>
                      <a:endParaRPr lang="tr-TR" sz="1300" b="1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Q’ty</a:t>
                      </a:r>
                      <a:endParaRPr lang="tr-TR" sz="1300" b="1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Delivery Date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tr-TR" sz="13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Site Location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268062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동우농산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견과류 제조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·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가공 업체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2025.04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경기도 광주시</a:t>
                      </a:r>
                      <a:endParaRPr lang="en-US" altLang="ko-KR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474912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현대백화점 판교점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백화점 팝업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2025.04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경기도 성남시 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판교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214488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현대백화점 판교점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백화점 팝업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2025.04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경기도 성남시 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판교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979647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AK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플라자 분당점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백화점 팝업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2025.05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경기도 성남시 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분당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758937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고래방앗간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방앗간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2025.04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서울특별시</a:t>
                      </a:r>
                      <a:endParaRPr lang="en-US" altLang="ko-KR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092563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AK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플라자 분당점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백화점 팝업</a:t>
                      </a:r>
                      <a:endParaRPr lang="en-US" altLang="ko-KR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2025.08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경기도 성남시 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분당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90851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넥스트 커피 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카페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2025.03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경기도 안산시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42053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메종드크루아상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베이커리 카페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2025.11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인천광역시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879515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트레페베이커리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베이커리 카페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2026.01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인천광역시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622677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착한습관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견과류 제조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·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가공 업체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13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2026.05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예정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경기도 광주시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24469"/>
                  </a:ext>
                </a:extLst>
              </a:tr>
              <a:tr h="3616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흥국산업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견과류 제조</a:t>
                      </a: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·</a:t>
                      </a: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가공 업체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50 kg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2026.05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예정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경기도 하남시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100228"/>
                  </a:ext>
                </a:extLst>
              </a:tr>
              <a:tr h="361641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■ 주요 거래처 포함 최종 납품 수량 </a:t>
                      </a:r>
                      <a:r>
                        <a:rPr lang="en-US" altLang="ko-KR" sz="12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(~2026) </a:t>
                      </a:r>
                      <a:r>
                        <a:rPr lang="ko-KR" altLang="en-US" sz="12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■</a:t>
                      </a:r>
                      <a:endParaRPr lang="en-US" altLang="ko-KR" sz="1200" b="1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24 </a:t>
                      </a:r>
                      <a:r>
                        <a:rPr lang="ko-KR" altLang="en-US" sz="1200" b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2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574833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6B0D76D-7078-C2F9-7D93-932AF382A526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1273B25-B8F4-9EF5-F9B3-BB6F2ABCFE33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954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4285-2D60-7F18-F6A9-53DC338E2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BA16F80-D2A8-CF5A-A974-A1B7C979D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71" y="1870528"/>
            <a:ext cx="4836636" cy="311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C797D2-888D-10F5-5474-788D506D17E7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C80E96B-31C6-25F2-6D5E-470979D8D34F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E2BA89-0EE0-6B94-845C-C6EF36E6C5A5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4C0526-ACB8-8DAE-3D71-61D88D913D2C}"/>
              </a:ext>
            </a:extLst>
          </p:cNvPr>
          <p:cNvSpPr txBox="1"/>
          <p:nvPr/>
        </p:nvSpPr>
        <p:spPr>
          <a:xfrm>
            <a:off x="5518228" y="1268605"/>
            <a:ext cx="4038601" cy="4547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Customer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동우농산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Site Location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경기도 광주시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Business Type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제조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가공 업체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Applications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버터 제조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땅콩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아몬드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캐슈넛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피스타치오 등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정과 생산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대량 생산 대응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Delivery Data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2025.04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 Mode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 분쇄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Continuous Grinding)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Applicable Material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볶은 땅콩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탈피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원물</a:t>
            </a:r>
            <a:b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Q’ty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set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90FE57B5-BEAB-3D41-83FA-5BE4BD0513DB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E57EE5A-57E7-4587-D6D7-384D1209BDAC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D1B70-B43C-CDD4-B5A9-A8F7648B6558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485CD9B-3F92-06C7-8724-1B38FA4B13F3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DA88B055-186D-4EB3-6DAC-E339302AA8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4" y="296969"/>
            <a:ext cx="1913915" cy="3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3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7E025-F529-3AD5-18A2-2F641B4C5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AA19078-CBF5-FF81-C9FF-3E5E1DF01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17043" y="1957883"/>
            <a:ext cx="4215102" cy="31613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8ECCA3-ED2D-B443-FE3D-E53296717C18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1847BA9-ADB0-013C-8D3E-F77EBA7F5EDF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0D28338-A969-DDB5-A4BA-A60417B4F1E9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4AA6F-2580-C05F-E733-D40CDCC12133}"/>
              </a:ext>
            </a:extLst>
          </p:cNvPr>
          <p:cNvSpPr txBox="1"/>
          <p:nvPr/>
        </p:nvSpPr>
        <p:spPr>
          <a:xfrm>
            <a:off x="5518228" y="1407104"/>
            <a:ext cx="4038601" cy="427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Customer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현대백화점 판교점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Site Location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경기도 성남시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Business Type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백화점 팝업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Applications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버터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땅콩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아몬드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캐슈넛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피스타치오 등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정과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Delivery Data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2025.04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 Mode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즉석 연속 분쇄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시연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Applicable Material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볶은 땅콩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탈피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원물</a:t>
            </a:r>
            <a:b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Q’ty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set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BED007E-A6CD-EC4B-4452-D73395399455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CDD9941-2573-C3FD-0D2B-6C3AFDE4A9A9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C3E712-B2CC-0923-EEEA-478A73FD8661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8554D01-C632-DE26-AAE2-60516AC089ED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807A8BDE-A8B1-87BE-69AA-9B7438BB41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4" y="296969"/>
            <a:ext cx="1913915" cy="3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7D5B-F0E1-5FD3-1242-75A0CF87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DE03BA3-74D2-D9CA-BFE0-D400ADFB4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31" y="1430995"/>
            <a:ext cx="3161326" cy="42151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A0D4C1-61BD-6D32-BC3C-87BFCA5F9007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19B7332-E618-E5EE-AC32-F857B1A7BF57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214AF0D-7C7F-5FD0-CFF5-9176386E17A9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130EE-AF1C-20AB-3869-D74230E2CE2C}"/>
              </a:ext>
            </a:extLst>
          </p:cNvPr>
          <p:cNvSpPr txBox="1"/>
          <p:nvPr/>
        </p:nvSpPr>
        <p:spPr>
          <a:xfrm>
            <a:off x="5518228" y="1407104"/>
            <a:ext cx="4038601" cy="427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Customer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현대백화점 판교점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Site Location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경기도 성남시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Business Type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백화점 팝업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Applications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버터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땅콩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아몬드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캐슈넛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피스타치오 등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정과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Delivery Data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2025.04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 Mode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즉석 연속 분쇄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시연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Applicable Material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볶은 땅콩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탈피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원물</a:t>
            </a:r>
            <a:b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Q’ty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set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D798EF4-FB84-C61C-124B-243D2D2516D4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608B251-D90D-47BB-0812-DC8B06550413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143DCC5-6F61-4349-32E7-29677B71D38D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4395497-CBF2-19BD-B24A-AEE3E7B8ADEF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6E9A0726-CB5B-91C8-26A6-CA412BC17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4" y="296969"/>
            <a:ext cx="1913915" cy="3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53B00-130B-6AA3-31B3-3654D2A57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3D69A2A-106D-06B3-BFEF-AD277FA8A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18"/>
          <a:stretch>
            <a:fillRect/>
          </a:stretch>
        </p:blipFill>
        <p:spPr>
          <a:xfrm>
            <a:off x="349172" y="1983834"/>
            <a:ext cx="4836635" cy="31169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00551E-7099-5F77-DEF5-E6A84C9E777B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99F9F9D-4771-957D-8B8E-F9F03222C724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341F74-5AE7-D8B6-B011-A4B79F808256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11675-D9A9-C77E-162F-2E6C1BE4E8EE}"/>
              </a:ext>
            </a:extLst>
          </p:cNvPr>
          <p:cNvSpPr txBox="1"/>
          <p:nvPr/>
        </p:nvSpPr>
        <p:spPr>
          <a:xfrm>
            <a:off x="5518228" y="1407105"/>
            <a:ext cx="4038601" cy="427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Customer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AK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플라자 분당점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Site Location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경기도 성남시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Business Type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백화점 팝업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Applications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매장 내 땅콩버터 즉석 제조 및 판매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고객 대상 제품 시연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Delivery Data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2025.04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 Mode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소형 즉석 제조용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Applicable Material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볶은 땅콩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탈피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원물</a:t>
            </a:r>
            <a:b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Q’ty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set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E22A33F-0E9E-53A7-D9C6-F3A2B67D4C9A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9D118E2-B71B-B29B-8177-D1B4ABA29A62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3939E8-B4F3-7CBD-EDE3-A66FF642CAFF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B403E60-9F12-09A0-EE8A-FFC2F5901C2A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7D3EABAF-D6A0-95B4-5E7B-4449C57EAD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4" y="296969"/>
            <a:ext cx="1913915" cy="3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47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B9E8-EC81-CB1C-0E6C-B40D3EEC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C30436FB-69E8-060B-47FC-4ACF8D9B2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71" y="1818734"/>
            <a:ext cx="4836635" cy="36308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3FF999-9182-6D39-3D5B-302E6AB1EE8B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4DFA963-AEFC-B32B-CD04-C119A7C18B9D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6D3A99-5CF9-2868-B973-7D2187401705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D8612C-8229-EF62-5076-67A242CD4A4B}"/>
              </a:ext>
            </a:extLst>
          </p:cNvPr>
          <p:cNvSpPr txBox="1"/>
          <p:nvPr/>
        </p:nvSpPr>
        <p:spPr>
          <a:xfrm>
            <a:off x="5518228" y="1407105"/>
            <a:ext cx="4038601" cy="427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Customer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고래방앗간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Site Location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서울특별시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Business Type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방앗간 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Applications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매장 내 땅콩버터 즉석 제조 및 판매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100%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땅콩버터 제조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Delivery Data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2025.04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 Mode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연속분쇄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Applicable Material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볶은 땅콩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탈피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b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Q’ty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set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078CA99-7A08-13C1-F45F-5D72B1464BD5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5AF9A6C-0526-E59A-5A69-6C07DE14B769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0A76164-0726-85AB-D32E-03EED6D05F53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E589D94-7354-450A-653D-DEA06C904AF0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27436A23-57C8-C41F-63E4-E6DCD97581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4" y="296969"/>
            <a:ext cx="1913915" cy="3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0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E8007-DBE3-30F0-C668-7E724825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62000-A9F2-4D15-BAD7-2FEBD9ECBE2E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3037886-AFDC-2B05-B714-735E75F4EB8A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70C29E-9930-CC4A-D590-150FC0E91D61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CEDD5-C7AA-8633-B6F1-8DCD79727855}"/>
              </a:ext>
            </a:extLst>
          </p:cNvPr>
          <p:cNvSpPr txBox="1"/>
          <p:nvPr/>
        </p:nvSpPr>
        <p:spPr>
          <a:xfrm>
            <a:off x="5518228" y="1407105"/>
            <a:ext cx="4038601" cy="427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Customer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AK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플라자 분당점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Site Location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경기도 성남시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Business Type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백화점 팝업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Applications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매장 내 땅콩버터 즉석 제조 및 판매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고객 대상 제품 시연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Delivery Data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2025.04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 Mode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소형 즉석 제조용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Applicable Material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볶은 땅콩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탈피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견과류 원물</a:t>
            </a:r>
            <a:b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Q’ty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set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EA0EAF42-6DAA-B959-330F-D4DC35823CE9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2B7A072-319F-DD40-D882-E8F19BB3DF8A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AF4C828-2DAE-F0C8-78CB-C7A95A3A7796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ED11351-C2E6-0C9D-366D-ABE8006191A3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FC62F7E8-4C9B-6D8D-C742-B0B0C46E03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4" y="296969"/>
            <a:ext cx="1913915" cy="3156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7E85910-F3D0-6B39-397A-B4BD60F65C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62" y="1535923"/>
            <a:ext cx="3071968" cy="409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70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2AD2A-79D2-FD36-D8D1-201E42A5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98CD6E3-1B93-D0A2-23E2-A2A337BE3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71" y="1816822"/>
            <a:ext cx="4843662" cy="36327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45903C-B2FB-E136-A17C-D59FDB996194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53AE3BC-BA23-B3A3-19AE-BE8350338A7A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2B23A5-702A-B759-3495-8E133C97EB46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3B758B-7F01-28C8-6875-1576C9DB813E}"/>
              </a:ext>
            </a:extLst>
          </p:cNvPr>
          <p:cNvSpPr txBox="1"/>
          <p:nvPr/>
        </p:nvSpPr>
        <p:spPr>
          <a:xfrm>
            <a:off x="5518228" y="1407105"/>
            <a:ext cx="4038601" cy="427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Customer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넥스트 커피 랩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Site Location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경기도 안산시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Business Type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카페 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Applications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매장 내 땅콩버터 제조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메뉴용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디저트용 소량 생산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Delivery Data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2025.03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 Mode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연속분쇄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Applicable Material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볶은 땅콩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탈피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구운 아몬드</a:t>
            </a:r>
            <a:b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Q’ty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set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E713C49-1EE1-5ED4-505D-871B9CDD771F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143A643-7F83-E276-18F3-A3504D43C6D4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DD60DD-A618-27B7-8334-00D1D9A4A651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74699DD-B9CA-02EE-31FA-27CF04874E82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BD290160-E19E-2C04-65A4-186D268029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4" y="296969"/>
            <a:ext cx="1913915" cy="3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89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B1BB8-994E-4688-4CE5-F86E577B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DB1040-FE6C-210E-752F-1F1444A28F9F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EC2D40B-8E88-EFFF-3AF2-5CCDE23C6B39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D551E45-4312-AF90-5504-0FB3E8BE09A2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519D42-BA1F-846C-5C0F-DBAA69401C63}"/>
              </a:ext>
            </a:extLst>
          </p:cNvPr>
          <p:cNvSpPr txBox="1"/>
          <p:nvPr/>
        </p:nvSpPr>
        <p:spPr>
          <a:xfrm>
            <a:off x="5518228" y="1407105"/>
            <a:ext cx="4038601" cy="427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Customer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메종드크루아상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Site Location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인천광역시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Business Type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베이커리카페 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Applications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매장 내 땅콩버터 제조 및 판매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베이커리 메뉴 활용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토핑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필링 등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Delivery Data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2025.12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 Mode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연속분쇄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Applicable Material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볶은 땅콩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탈피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구운 아몬드</a:t>
            </a:r>
            <a:b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Q’ty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set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1202FF0-0246-66E0-2A3C-63BAA32CF549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3E466BB-C0BC-F5C7-1CA8-26B40B493A29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4DB38F-19FB-687D-06F6-476D3E6F8FEA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A9DF8F5-FD76-32F4-233A-078AE0775761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7748C3CA-96DD-F2AA-B8BE-3D765441EB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4" y="296969"/>
            <a:ext cx="1913915" cy="3156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03660D2-7C61-77B5-5421-B15EE162E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1172" y="1940905"/>
            <a:ext cx="4270401" cy="320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5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BC07A-C926-0E0C-AB6E-8C345879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B83746-C9DF-428D-05F1-7EAE6FC2E96E}"/>
              </a:ext>
            </a:extLst>
          </p:cNvPr>
          <p:cNvSpPr txBox="1"/>
          <p:nvPr/>
        </p:nvSpPr>
        <p:spPr>
          <a:xfrm>
            <a:off x="349171" y="231846"/>
            <a:ext cx="7267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NUT</a:t>
            </a:r>
            <a:r>
              <a:rPr lang="ko-KR" altLang="en-US" sz="2800" i="1">
                <a:latin typeface="Artifakt Element Heavy" panose="020B0B03050000020004" pitchFamily="34" charset="0"/>
              </a:rPr>
              <a:t> </a:t>
            </a:r>
            <a:r>
              <a:rPr lang="en-US" altLang="ko-KR" sz="2800" i="1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BUTTER MACHINE</a:t>
            </a:r>
            <a:endParaRPr lang="ko-KR" altLang="en-US" sz="2800" i="1">
              <a:latin typeface="Artifakt Element Heavy" panose="020B0B03050000020004" pitchFamily="34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87DD29-E5B6-6610-2F6B-A483E78AFFF9}"/>
              </a:ext>
            </a:extLst>
          </p:cNvPr>
          <p:cNvCxnSpPr>
            <a:cxnSpLocks/>
          </p:cNvCxnSpPr>
          <p:nvPr/>
        </p:nvCxnSpPr>
        <p:spPr>
          <a:xfrm>
            <a:off x="349172" y="714485"/>
            <a:ext cx="9186714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555AC38-CFF5-EFB5-8A4A-86C8C674D514}"/>
              </a:ext>
            </a:extLst>
          </p:cNvPr>
          <p:cNvSpPr txBox="1"/>
          <p:nvPr/>
        </p:nvSpPr>
        <p:spPr>
          <a:xfrm>
            <a:off x="349171" y="745385"/>
            <a:ext cx="5818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>
                <a:solidFill>
                  <a:schemeClr val="bg1">
                    <a:lumMod val="65000"/>
                  </a:schemeClr>
                </a:solidFill>
              </a:rPr>
              <a:t>Food Manufacturer / Retail Pop-up / Mill Workshop / Café &amp; Bakery / HORECA / D2C Brand</a:t>
            </a:r>
            <a:endParaRPr lang="ko-KR" altLang="en-US" sz="1200" i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F6FC18-1B20-CA95-DE9A-582192331E5E}"/>
              </a:ext>
            </a:extLst>
          </p:cNvPr>
          <p:cNvSpPr txBox="1"/>
          <p:nvPr/>
        </p:nvSpPr>
        <p:spPr>
          <a:xfrm>
            <a:off x="5518228" y="1407105"/>
            <a:ext cx="4038601" cy="427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Customer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트레페베이커리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Site Location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인천광역시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Business Type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베이커리카페 </a:t>
            </a: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Applications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매장 내 땅콩버터 제조 및 판매</a:t>
            </a:r>
            <a:endParaRPr lang="en-US" altLang="ko-KR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베이커리 메뉴 활용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토핑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필링 등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endParaRPr lang="ko-KR" altLang="en-US" sz="120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>
              <a:lnSpc>
                <a:spcPct val="250000"/>
              </a:lnSpc>
              <a:buNone/>
            </a:pP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Delivery Data :</a:t>
            </a:r>
            <a:r>
              <a:rPr lang="en-US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2026.01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Operating Mode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연속분쇄</a:t>
            </a:r>
            <a:b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Applicable Material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볶은 땅콩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탈피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</a:t>
            </a:r>
            <a: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구운 아몬드</a:t>
            </a:r>
            <a:br>
              <a: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tr-TR" altLang="ko-KR" sz="12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Q’ty :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1</a:t>
            </a:r>
            <a:r>
              <a:rPr lang="tr-TR" altLang="ko-KR" sz="120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set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40D838B-645B-850B-93C8-964491739046}"/>
              </a:ext>
            </a:extLst>
          </p:cNvPr>
          <p:cNvGrpSpPr/>
          <p:nvPr/>
        </p:nvGrpSpPr>
        <p:grpSpPr>
          <a:xfrm>
            <a:off x="1237343" y="6215455"/>
            <a:ext cx="7431314" cy="613567"/>
            <a:chOff x="324050" y="9986894"/>
            <a:chExt cx="6857995" cy="322886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718518E-5954-FCCD-71E0-D8FB4676F6E5}"/>
                </a:ext>
              </a:extLst>
            </p:cNvPr>
            <p:cNvSpPr/>
            <p:nvPr/>
          </p:nvSpPr>
          <p:spPr>
            <a:xfrm>
              <a:off x="324050" y="10069330"/>
              <a:ext cx="6857995" cy="2404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본사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&amp;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공장 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 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경기도 안산시 단원구 </a:t>
              </a:r>
              <a:r>
                <a:rPr lang="ko-KR" altLang="en-US" sz="700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엠티브이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8</a:t>
              </a:r>
              <a:r>
                <a:rPr lang="ko-KR" altLang="en-US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</a:t>
              </a:r>
              <a:r>
                <a:rPr lang="en-US" altLang="ko-KR" sz="700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22.      TEL : 031)434-6566~7      FAX : 031)434-6568      E-MAIL : nbpkorea@nbpkorea.co.kr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9ADF27-7EF6-3B4B-50F5-72D4C0990398}"/>
                </a:ext>
              </a:extLst>
            </p:cNvPr>
            <p:cNvSpPr txBox="1"/>
            <p:nvPr/>
          </p:nvSpPr>
          <p:spPr>
            <a:xfrm>
              <a:off x="3042757" y="9986894"/>
              <a:ext cx="14205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 err="1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엔비피코리아</a:t>
              </a:r>
              <a:r>
                <a:rPr lang="ko-KR" altLang="en-US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800" b="1" dirty="0"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 NBPKOREA )</a:t>
              </a: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A3FA450-7C8A-8FA1-C092-53ED276D9B6C}"/>
              </a:ext>
            </a:extLst>
          </p:cNvPr>
          <p:cNvCxnSpPr>
            <a:cxnSpLocks/>
          </p:cNvCxnSpPr>
          <p:nvPr/>
        </p:nvCxnSpPr>
        <p:spPr>
          <a:xfrm>
            <a:off x="349172" y="6054711"/>
            <a:ext cx="918671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E30C40BB-2F94-2BAE-7C45-EDC11B65F4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214" y="296969"/>
            <a:ext cx="1913915" cy="3156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CF7DCBC-BF6C-0A0B-14C1-7668173C6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71" y="1816823"/>
            <a:ext cx="4843662" cy="3458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03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375</TotalTime>
  <Words>1193</Words>
  <Application>Microsoft Office PowerPoint</Application>
  <PresentationFormat>A4 용지(210x297mm)</PresentationFormat>
  <Paragraphs>182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Artifakt Element Heavy</vt:lpstr>
      <vt:lpstr>Arial</vt:lpstr>
      <vt:lpstr>Calibri</vt:lpstr>
      <vt:lpstr>Calibri Light</vt:lpstr>
      <vt:lpstr>나눔바른고딕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영화</dc:creator>
  <cp:lastModifiedBy>hyeok-soon Choi</cp:lastModifiedBy>
  <cp:revision>7</cp:revision>
  <dcterms:created xsi:type="dcterms:W3CDTF">2026-01-20T04:21:58Z</dcterms:created>
  <dcterms:modified xsi:type="dcterms:W3CDTF">2026-04-16T05:24:06Z</dcterms:modified>
</cp:coreProperties>
</file>